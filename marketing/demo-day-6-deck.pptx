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GameArena — quick skill games on Celo where verified humans and the AIs they build compete for real G$. Month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Last Demo Day we became an on-chain events engine. This month was about proving it under real load: a real private pool end to end, weekly community payouts, and tracking down why verification was leaking.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ran a real prize pool end to end — real players, real G$, escrowed and paid on-chain, no host picking winners. [DEMO: resolved room + payout tx.] Big focus this month: verification. We smoothed the verify flow, especially on mobile and MiniPay, so players can actually get through GoodDollar verification. We're paying community pools weekly to verified players, and we're mid-conversation with BlockSlide to bring a 2nd on-chain game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proof, none self-reported. 737 players, 57,000+ games, each a Celo tx. Two community pools paid in two weeks — 105,000 and 126,840 G$ — straight to verified wallets, on-chain. 21,385 G$ to UBI. MARKOV fired 3,700+ txns. Every payout gated by verification — zero bots ever paid.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Prize-pool and escrow tested live end to end. Verification fix done. Recurring weekly payouts live. Engagement rewards applied and designed with GoodDollar's team. BlockSlide partnership in progress. [Replace with your exact Flowstate milestones + %s.]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honest reflection: we have 737 players, but the number that actually matters is verified humans, and we were under-converting on it. Getting players through GoodDollar verification is now our core focus. We smoothed the verify flow, especially on mobile and MiniPay, and we're running a re-verify drive. We'd rather have real, verified users than a big vanity signup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BlockSlide live as a second on-chain game. Engagement rewards integrated as a farm-resistant one-time activation. A verification drive now the flow is fixed. And a Dune dashboard for GoodDollar with claims, invites, retention and spend.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asks: intros to any community or sponsor who'd run a prize pool on GameArena, and a direct line to GoodCollective to formalize our UBI routing.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itl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794760"/>
            <a:ext cx="103601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Arial"/>
              </a:rPr>
              <a:t>Quick skill games that make you sharper. Verified humans, no bots, real G$ every day.</a:t>
            </a:r>
          </a:p>
          <a:p>
            <a:pPr algn="ctr">
              <a:spcBef>
                <a:spcPts val="1200"/>
              </a:spcBef>
            </a:pPr>
            <a:r>
              <a:rPr sz="1500" b="0">
                <a:solidFill>
                  <a:srgbClr val="C8BEE6"/>
                </a:solidFill>
                <a:latin typeface="Arial"/>
              </a:rPr>
              <a:t>Ogazboiz  ·  gamearenahq.xyz  ·  GoodBuilders S4  ·  Final Demo Day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EA525"/>
                </a:solidFill>
                <a:latin typeface="Arial"/>
              </a:rPr>
              <a:t>01 · WHERE WE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8368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FFFFFF"/>
                </a:solidFill>
                <a:latin typeface="Arial"/>
              </a:rPr>
              <a:t>Why we built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10512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800" b="0">
                <a:solidFill>
                  <a:srgbClr val="FEA525"/>
                </a:solidFill>
                <a:latin typeface="Arial"/>
              </a:rPr>
              <a:t>●   </a:t>
            </a:r>
            <a:r>
              <a:rPr sz="2200" b="0">
                <a:solidFill>
                  <a:srgbClr val="FFFFFF"/>
                </a:solidFill>
                <a:latin typeface="Arial"/>
              </a:rPr>
              <a:t>Two problems: scrolling leaves you worse, and web3 rewards never reached real people — wallet, gas, then bots farm the pool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800" b="0">
                <a:solidFill>
                  <a:srgbClr val="FEA525"/>
                </a:solidFill>
                <a:latin typeface="Arial"/>
              </a:rPr>
              <a:t>●   </a:t>
            </a:r>
            <a:r>
              <a:rPr sz="2200" b="1">
                <a:solidFill>
                  <a:srgbClr val="FFE08A"/>
                </a:solidFill>
                <a:latin typeface="Arial"/>
              </a:rPr>
              <a:t>Our answer: 30-second skill games — Google sign-in, zero gas, every player a verified human earning real G$ daily.  Demo Day 1: 227 players, 385 G$ to UBI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EA525"/>
                </a:solidFill>
                <a:latin typeface="Arial"/>
              </a:rPr>
              <a:t>02 · WHERE WE ARE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8368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FFFFFF"/>
                </a:solidFill>
                <a:latin typeface="Arial"/>
              </a:rPr>
              <a:t>Demo Day 1 → now  ·  every number on-chain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10512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800" b="0">
                <a:solidFill>
                  <a:srgbClr val="FEA525"/>
                </a:solidFill>
                <a:latin typeface="Arial"/>
              </a:rPr>
              <a:t>●   </a:t>
            </a:r>
            <a:r>
              <a:rPr sz="2200" b="0">
                <a:solidFill>
                  <a:srgbClr val="FFFFFF"/>
                </a:solidFill>
                <a:latin typeface="Arial"/>
              </a:rPr>
              <a:t>Players: 227 → 879 (3.9×)  ·  163 verified humans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800" b="0">
                <a:solidFill>
                  <a:srgbClr val="FEA525"/>
                </a:solidFill>
                <a:latin typeface="Arial"/>
              </a:rPr>
              <a:t>●   </a:t>
            </a:r>
            <a:r>
              <a:rPr sz="2200" b="0">
                <a:solidFill>
                  <a:srgbClr val="FFFFFF"/>
                </a:solidFill>
                <a:latin typeface="Arial"/>
              </a:rPr>
              <a:t>Games: 12,483 → 61,966 (5×) — each a Celo transaction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800" b="0">
                <a:solidFill>
                  <a:srgbClr val="FEA525"/>
                </a:solidFill>
                <a:latin typeface="Arial"/>
              </a:rPr>
              <a:t>●   </a:t>
            </a:r>
            <a:r>
              <a:rPr sz="2200" b="0">
                <a:solidFill>
                  <a:srgbClr val="FFFFFF"/>
                </a:solidFill>
                <a:latin typeface="Arial"/>
              </a:rPr>
              <a:t>G$ to UBI pool: 385 → 45,769 (119×)  ·  121,922 G$ perk spend / 3,422 buys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800" b="0">
                <a:solidFill>
                  <a:srgbClr val="FEA525"/>
                </a:solidFill>
                <a:latin typeface="Arial"/>
              </a:rPr>
              <a:t>●   </a:t>
            </a:r>
            <a:r>
              <a:rPr sz="2200" b="0">
                <a:solidFill>
                  <a:srgbClr val="FFFFFF"/>
                </a:solidFill>
                <a:latin typeface="Arial"/>
              </a:rPr>
              <a:t>2,106,455 G$ + $50 USDC to verified players — target 400K, 5×  ·  all at /impact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EA525"/>
                </a:solidFill>
                <a:latin typeface="Arial"/>
              </a:rPr>
              <a:t>03 ·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8368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FFFFFF"/>
                </a:solidFill>
                <a:latin typeface="Arial"/>
              </a:rPr>
              <a:t>See it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10512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800" b="0">
                <a:solidFill>
                  <a:srgbClr val="FEA525"/>
                </a:solidFill>
                <a:latin typeface="Arial"/>
              </a:rPr>
              <a:t>●   </a:t>
            </a:r>
            <a:r>
              <a:rPr sz="2200" b="0">
                <a:solidFill>
                  <a:srgbClr val="FFFFFF"/>
                </a:solidFill>
                <a:latin typeface="Arial"/>
              </a:rPr>
              <a:t>Tug of War — the live rope, two teams, 2,000,000 G$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800" b="0">
                <a:solidFill>
                  <a:srgbClr val="FEA525"/>
                </a:solidFill>
                <a:latin typeface="Arial"/>
              </a:rPr>
              <a:t>●   </a:t>
            </a:r>
            <a:r>
              <a:rPr sz="2200" b="0">
                <a:solidFill>
                  <a:srgbClr val="FFFFFF"/>
                </a:solidFill>
                <a:latin typeface="Arial"/>
              </a:rPr>
              <a:t>The recruiter board — every player recruits verified humans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800" b="0">
                <a:solidFill>
                  <a:srgbClr val="FEA525"/>
                </a:solidFill>
                <a:latin typeface="Arial"/>
              </a:rPr>
              <a:t>●   </a:t>
            </a:r>
            <a:r>
              <a:rPr sz="2200" b="0">
                <a:solidFill>
                  <a:srgbClr val="FFFFFF"/>
                </a:solidFill>
                <a:latin typeface="Arial"/>
              </a:rPr>
              <a:t>The impact page — every payout on-chain, each with its tx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800" b="0">
                <a:solidFill>
                  <a:srgbClr val="FEA525"/>
                </a:solidFill>
                <a:latin typeface="Arial"/>
              </a:rPr>
              <a:t>●   </a:t>
            </a:r>
            <a:r>
              <a:rPr sz="2200" b="0">
                <a:solidFill>
                  <a:srgbClr val="FFFFFF"/>
                </a:solidFill>
                <a:latin typeface="Arial"/>
              </a:rPr>
              <a:t>The Demo Day 1 → 6 growth curve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800" b="0">
                <a:solidFill>
                  <a:srgbClr val="FEA525"/>
                </a:solidFill>
                <a:latin typeface="Arial"/>
              </a:rPr>
              <a:t>●   </a:t>
            </a:r>
            <a:r>
              <a:rPr sz="2200" b="1">
                <a:solidFill>
                  <a:srgbClr val="FFE08A"/>
                </a:solidFill>
                <a:latin typeface="Arial"/>
              </a:rPr>
              <a:t>Zero bots — every score gated by GoodDollar face verification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EA525"/>
                </a:solidFill>
                <a:latin typeface="Arial"/>
              </a:rPr>
              <a:t>04 · BIGGEST GAME CHANGER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8368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FFFFFF"/>
                </a:solidFill>
                <a:latin typeface="Arial"/>
              </a:rPr>
              <a:t>Growth and verification became one motion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10512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800" b="0">
                <a:solidFill>
                  <a:srgbClr val="FEA525"/>
                </a:solidFill>
                <a:latin typeface="Arial"/>
              </a:rPr>
              <a:t>●   </a:t>
            </a:r>
            <a:r>
              <a:rPr sz="2200" b="0">
                <a:solidFill>
                  <a:srgbClr val="FFFFFF"/>
                </a:solidFill>
                <a:latin typeface="Arial"/>
              </a:rPr>
              <a:t>We stopped chasing signups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800" b="0">
                <a:solidFill>
                  <a:srgbClr val="FEA525"/>
                </a:solidFill>
                <a:latin typeface="Arial"/>
              </a:rPr>
              <a:t>●   </a:t>
            </a:r>
            <a:r>
              <a:rPr sz="2200" b="0">
                <a:solidFill>
                  <a:srgbClr val="FFFFFF"/>
                </a:solidFill>
                <a:latin typeface="Arial"/>
              </a:rPr>
              <a:t>We made every prize REQUIRE a verified human to earn it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800" b="0">
                <a:solidFill>
                  <a:srgbClr val="FEA525"/>
                </a:solidFill>
                <a:latin typeface="Arial"/>
              </a:rPr>
              <a:t>●   </a:t>
            </a:r>
            <a:r>
              <a:rPr sz="2200" b="0">
                <a:solidFill>
                  <a:srgbClr val="FFFFFF"/>
                </a:solidFill>
                <a:latin typeface="Arial"/>
              </a:rPr>
              <a:t>Growth and verification stopped being two problems — one motion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800" b="0">
                <a:solidFill>
                  <a:srgbClr val="FEA525"/>
                </a:solidFill>
                <a:latin typeface="Arial"/>
              </a:rPr>
              <a:t>●   </a:t>
            </a:r>
            <a:r>
              <a:rPr sz="2200" b="0">
                <a:solidFill>
                  <a:srgbClr val="FFFFFF"/>
                </a:solidFill>
                <a:latin typeface="Arial"/>
              </a:rPr>
              <a:t>Then we made it provable: removed 896 sybil matches, gated ranking on a GamePass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800" b="0">
                <a:solidFill>
                  <a:srgbClr val="FEA525"/>
                </a:solidFill>
                <a:latin typeface="Arial"/>
              </a:rPr>
              <a:t>●   </a:t>
            </a:r>
            <a:r>
              <a:rPr sz="2200" b="0">
                <a:solidFill>
                  <a:srgbClr val="FFFFFF"/>
                </a:solidFill>
                <a:latin typeface="Arial"/>
              </a:rPr>
              <a:t>So the traction is provably real people, not inflation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EA525"/>
                </a:solidFill>
                <a:latin typeface="Arial"/>
              </a:rPr>
              <a:t>05 · GOODBUILDERS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8368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FFFFFF"/>
                </a:solidFill>
                <a:latin typeface="Arial"/>
              </a:rPr>
              <a:t>What the program unlocked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10512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800" b="0">
                <a:solidFill>
                  <a:srgbClr val="FEA525"/>
                </a:solidFill>
                <a:latin typeface="Arial"/>
              </a:rPr>
              <a:t>●   </a:t>
            </a:r>
            <a:r>
              <a:rPr sz="2200" b="0">
                <a:solidFill>
                  <a:srgbClr val="FFFFFF"/>
                </a:solidFill>
                <a:latin typeface="Arial"/>
              </a:rPr>
              <a:t>GoodDollar proof-of-personhood — the moat. "Zero bots paid" only exists because of it.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800" b="0">
                <a:solidFill>
                  <a:srgbClr val="FEA525"/>
                </a:solidFill>
                <a:latin typeface="Arial"/>
              </a:rPr>
              <a:t>●   </a:t>
            </a:r>
            <a:r>
              <a:rPr sz="2200" b="0">
                <a:solidFill>
                  <a:srgbClr val="FFFFFF"/>
                </a:solidFill>
                <a:latin typeface="Arial"/>
              </a:rPr>
              <a:t>GoodDollar UBI routing — 20% of every spend back to real people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800" b="0">
                <a:solidFill>
                  <a:srgbClr val="FEA525"/>
                </a:solidFill>
                <a:latin typeface="Arial"/>
              </a:rPr>
              <a:t>●   </a:t>
            </a:r>
            <a:r>
              <a:rPr sz="2200" b="0">
                <a:solidFill>
                  <a:srgbClr val="FFFFFF"/>
                </a:solidFill>
                <a:latin typeface="Arial"/>
              </a:rPr>
              <a:t>GoodAgents partnership — players deploy AI agents into the arena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800" b="0">
                <a:solidFill>
                  <a:srgbClr val="FEA525"/>
                </a:solidFill>
                <a:latin typeface="Arial"/>
              </a:rPr>
              <a:t>●   </a:t>
            </a:r>
            <a:r>
              <a:rPr sz="2200" b="1">
                <a:solidFill>
                  <a:srgbClr val="FFE08A"/>
                </a:solidFill>
                <a:latin typeface="Arial"/>
              </a:rPr>
              <a:t>Demo-day cadence + mentor — shipping discipline every two weeks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EA525"/>
                </a:solidFill>
                <a:latin typeface="Arial"/>
              </a:rPr>
              <a:t>06 · WHAT’S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8368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FFFFFF"/>
                </a:solidFill>
                <a:latin typeface="Arial"/>
              </a:rPr>
              <a:t>The rails are built — next is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10512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800" b="0">
                <a:solidFill>
                  <a:srgbClr val="FEA525"/>
                </a:solidFill>
                <a:latin typeface="Arial"/>
              </a:rPr>
              <a:t>●   </a:t>
            </a:r>
            <a:r>
              <a:rPr sz="2200" b="0">
                <a:solidFill>
                  <a:srgbClr val="FFFFFF"/>
                </a:solidFill>
                <a:latin typeface="Arial"/>
              </a:rPr>
              <a:t>Shipped: friend duels (stake G$, winner takes 80%, 20% to UBI)  ·  voice MARKOV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800" b="0">
                <a:solidFill>
                  <a:srgbClr val="FEA525"/>
                </a:solidFill>
                <a:latin typeface="Arial"/>
              </a:rPr>
              <a:t>●   </a:t>
            </a:r>
            <a:r>
              <a:rPr sz="2200" b="0">
                <a:solidFill>
                  <a:srgbClr val="FFFFFF"/>
                </a:solidFill>
                <a:latin typeface="Arial"/>
              </a:rPr>
              <a:t>Month 3 targets: 200 wallets  ·  75 verified humans  ·  30 duels  ·  5 GoodCollectives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800" b="0">
                <a:solidFill>
                  <a:srgbClr val="FEA525"/>
                </a:solidFill>
                <a:latin typeface="Arial"/>
              </a:rPr>
              <a:t>●   </a:t>
            </a:r>
            <a:r>
              <a:rPr sz="2200" b="0">
                <a:solidFill>
                  <a:srgbClr val="FFFFFF"/>
                </a:solidFill>
                <a:latin typeface="Arial"/>
              </a:rPr>
              <a:t>GameArena games inside a partner chat app’s DMs — their users, our game, no leaving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800" b="0">
                <a:solidFill>
                  <a:srgbClr val="FEA525"/>
                </a:solidFill>
                <a:latin typeface="Arial"/>
              </a:rPr>
              <a:t>●   </a:t>
            </a:r>
            <a:r>
              <a:rPr sz="2200" b="0">
                <a:solidFill>
                  <a:srgbClr val="FFFFFF"/>
                </a:solidFill>
                <a:latin typeface="Arial"/>
              </a:rPr>
              <a:t>MiniPay listing — GameArena in the pocket of the Global South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EA525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8368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FFFFFF"/>
                </a:solidFill>
                <a:latin typeface="Arial"/>
              </a:rPr>
              <a:t>Watch this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10512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800" b="0">
                <a:solidFill>
                  <a:srgbClr val="FEA525"/>
                </a:solidFill>
                <a:latin typeface="Arial"/>
              </a:rPr>
              <a:t>●   </a:t>
            </a:r>
            <a:r>
              <a:rPr sz="2200" b="0">
                <a:solidFill>
                  <a:srgbClr val="FFFFFF"/>
                </a:solidFill>
                <a:latin typeface="Arial"/>
              </a:rPr>
              <a:t>Play + verify + compete → gamearenahq.xyz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800" b="0">
                <a:solidFill>
                  <a:srgbClr val="FEA525"/>
                </a:solidFill>
                <a:latin typeface="Arial"/>
              </a:rPr>
              <a:t>●   </a:t>
            </a:r>
            <a:r>
              <a:rPr sz="2200" b="0">
                <a:solidFill>
                  <a:srgbClr val="FFFFFF"/>
                </a:solidFill>
                <a:latin typeface="Arial"/>
              </a:rPr>
              <a:t>Every number, on-chain → gamearenahq.xyz/impact  ·  dune.com/ogazboiz/gamearena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