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GameArena — quick skill games on Celo where verified humans compete for real G$. Last month we built the machine. This month we made noise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recap: we'd built a real on-chain events engine but were sitting on it quietly, growth was flat, and we'd lost touch with our verified base. This month we turned it into a growth machine and started spreading the word. Here's what shipped.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flagship is Tug of War — two million G$, and you only score by bringing verified humans who play, so the event spreads verification. That fixed our biggest gap: we rebuilt the verified base to 168, nineteen percent. We partnered with Blockhub for a creator contest. And every payout is now public on-chain at slash impact. Live demo the tug page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None of it self-reported. 875 players, 168 verified humans, over 61,000 games — each a Celo transaction. Tug of War is live with two million G$ in prizes. Last cycle we paid 366,000 G$ plus fifty USDC to verified wallets, on-chain, transactions linked. Every payout is public on our impact page. Twenty-one thousand into UBI. Every payout gated by face verification — zero bots ever paid.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growth number is past target — 875 players, 168 verified against 75, 61,000 transactions against 8,000. G$ to players blew past 400,000 — over two million to date. UBI 21,000 against 2,500. Two still open: the GoodDollar Dune dashboard at about 75%, and competition automation. Replace with your exact Flowstate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honest blocker: mid-event our indexer hit a credit limit and paused, freezing the leaderboard for about sixteen hours. Every game was saved on-chain the whole time, so on resume everything counted retroactively — nobody lost anything. But it shouldn't have happened silently during a live event. We're adding a billing safeguard and a stall monitor so the next freeze pings us before a player feels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finish the GoodDollar Dune dashboard with a payouts panel. Full competition automation. A verification-retention system around the three-day window. And rolling the events engine out to more partner communities — Blockhub is the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asks: intros to creator communities or partners who'd run a contest on GameArena like Blockhub, and a direct line to GoodCollective to formalize our UBI routing and add more collectives.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ARENA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skill games. Real G$. Real humans and the AIs they build.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794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silent to spreading the word.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96112" y="4709160"/>
            <a:ext cx="2926080" cy="0"/>
          </a:xfrm>
          <a:prstGeom prst="line">
            <a:avLst/>
          </a:prstGeom>
          <a:noFill/>
          <a:ln w="25400">
            <a:solidFill>
              <a:srgbClr val="F0B42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92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E7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Ogazboiz  ·  gamearenahq.xyz  ·  GoodBuilders S4  ·  Demo Day 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05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had the engine. We were too quiet.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2860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month we shipped a real on-chain events engine — prize pools, duels, auto-payout.</a:t>
            </a:r>
            <a:endParaRPr lang="en-US" sz="1900" dirty="0"/>
          </a:p>
          <a:p>
            <a:pPr marL="228600" indent="-2286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9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we were sitting on it. Growth was flat and we had lost touch with our verified players.</a:t>
            </a:r>
            <a:endParaRPr lang="en-US" sz="190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9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this month we did one thing: turned the engine into a growth machine.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5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SHIPPED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Turned the engine into a growth machine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5257800" cy="2057400"/>
          </a:xfrm>
          <a:prstGeom prst="roundRect">
            <a:avLst>
              <a:gd name="adj" fmla="val 5333"/>
            </a:avLst>
          </a:prstGeom>
          <a:solidFill>
            <a:srgbClr val="2A1466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03911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TUG OF WAR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2624328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biggest event: 2,000,000 G$, two teams, 7 days. Every player becomes a recruiter — bring a verified human, score for your side.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1783080"/>
            <a:ext cx="5257800" cy="2057400"/>
          </a:xfrm>
          <a:prstGeom prst="roundRect">
            <a:avLst>
              <a:gd name="adj" fmla="val 5333"/>
            </a:avLst>
          </a:prstGeom>
          <a:solidFill>
            <a:srgbClr val="2A1466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03720" y="203911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E8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PLAYERS, REBUILT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2624328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We'd lost touch with our verified base. The events make verification the way in — verified humans are back to 168 (19%) and climbing.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297680"/>
            <a:ext cx="5257800" cy="2057400"/>
          </a:xfrm>
          <a:prstGeom prst="roundRect">
            <a:avLst>
              <a:gd name="adj" fmla="val 5333"/>
            </a:avLst>
          </a:prstGeom>
          <a:solidFill>
            <a:srgbClr val="2A1466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55371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 CONTEST × BLOCKHUB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5138928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Partnered a creator community: make content, bring players, compete. Distribution beyond just us.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0" y="4297680"/>
            <a:ext cx="5257800" cy="2057400"/>
          </a:xfrm>
          <a:prstGeom prst="roundRect">
            <a:avLst>
              <a:gd name="adj" fmla="val 5333"/>
            </a:avLst>
          </a:prstGeom>
          <a:solidFill>
            <a:srgbClr val="2A1466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03720" y="4553712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PAYOUT LEDGER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5138928"/>
            <a:ext cx="461772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competition payout now on-chain and public at /impact, each with its Celoscan transaction.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OF IMPACT · ALL VERIFIABLE ON-CHAIN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money to real humans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2A146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2039112"/>
            <a:ext cx="28529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E8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2862072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HUMANS (19%)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78308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2A14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2039112"/>
            <a:ext cx="28529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773168" y="2862072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38160" y="1783080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2A14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039112"/>
            <a:ext cx="28529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61.7k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8430768" y="2862072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GAMES — EACH A CELO TX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2A14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97280" y="3886200"/>
            <a:ext cx="28529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2M+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" y="4709160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G$ TO PLAYERS, ALL COMPS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80560" y="3630168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2A14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54880" y="3886200"/>
            <a:ext cx="28529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4709160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G$ IN TUG OF WAR, LIVE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3630168"/>
            <a:ext cx="3401568" cy="1572768"/>
          </a:xfrm>
          <a:prstGeom prst="roundRect">
            <a:avLst>
              <a:gd name="adj" fmla="val 5814"/>
            </a:avLst>
          </a:prstGeom>
          <a:solidFill>
            <a:srgbClr val="2A14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0" y="3886200"/>
            <a:ext cx="28529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21,385</a:t>
            </a:r>
            <a:endParaRPr lang="en-US" sz="4400" dirty="0"/>
          </a:p>
        </p:txBody>
      </p:sp>
      <p:sp>
        <p:nvSpPr>
          <p:cNvPr id="21" name="Text 19"/>
          <p:cNvSpPr txBox="1"/>
          <p:nvPr/>
        </p:nvSpPr>
        <p:spPr>
          <a:xfrm>
            <a:off x="8430768" y="4709160"/>
            <a:ext cx="28529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G$ TO THE UBI POOL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E7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366,135 G$ + $50 USDC paid last cycle — on-chain, tx-linked  ·  every payout public at gamearenahq.xyz/impact  ·  zero bots ever paid (GoodDollar face-check gate)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5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PROGRESS · VS FLOWSTATE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9144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stand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2A146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97280" y="193852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— players / verified / tx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1938528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49640" y="193852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875 players · 168 verified vs 75 · 61k tx vs 8k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2A14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280720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G$ to players through competitions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807208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EXCEEDED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549640" y="280720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400k — over 2,000,000 G$ + $50 USDC to date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56616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2A14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367588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G$ to the GoodDollar UBI pool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675888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EXCEEDED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549640" y="367588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2,500 — 21,385 G$ routed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22960" y="443484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2A14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5445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Dune / GoodDollar economy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4544568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454456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economy dashboard live; payouts-by-competition panel next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530352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2A14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97280" y="541324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 automation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5413248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7E8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549640" y="54132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standings + notifications automated; payout batching next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05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BROKE · ONE HONEST BLOCKER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event froze — and we hardened it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Mid-event, our on-chain indexer hit a credit limit and paused — the Tug of War board froze for about 16 hours.</a:t>
            </a:r>
            <a:endParaRPr lang="en-US" sz="1800" dirty="0"/>
          </a:p>
          <a:p>
            <a:pPr marL="228600" indent="-2286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game was still saved on-chain the whole time. When we resumed, all of it counted retroactively — no data lost.</a:t>
            </a:r>
            <a:endParaRPr lang="en-US" sz="1800" dirty="0"/>
          </a:p>
          <a:p>
            <a:pPr marL="228600" indent="-228600">
              <a:lnSpc>
                <a:spcPct val="110000"/>
              </a:lnSpc>
              <a:buSzPct val="100000"/>
              <a:buChar char="•"/>
            </a:pPr>
            <a:r>
              <a:rPr lang="en-US" sz="18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a billing safeguard + a stall monitor, so a live prize event never freezes silently again.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5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AHEAD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DE6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463040" y="1874520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GoodDollar Dune dashboard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30428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payouts-by-competition panel closes the last of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67E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63040" y="2926080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competition automation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335584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sealing + hands-off payout batching.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4023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63040" y="3977640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retention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40740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re-verify nudge system — the 3-day window is our real ceiling.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50749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CA5A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63040" y="5029200"/>
            <a:ext cx="9784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the events engine to partners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545896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Blockhub is the first of many creator communities.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801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916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asks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257800" cy="2194560"/>
          </a:xfrm>
          <a:prstGeom prst="roundRect">
            <a:avLst>
              <a:gd name="adj" fmla="val 5000"/>
            </a:avLst>
          </a:prstGeom>
          <a:solidFill>
            <a:srgbClr val="2A1466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30632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84048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Intros to creator communities / partners to run contests on GameArena — the way Blockhub is.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09360" y="2834640"/>
            <a:ext cx="5074920" cy="2194560"/>
          </a:xfrm>
          <a:prstGeom prst="roundRect">
            <a:avLst>
              <a:gd name="adj" fmla="val 5000"/>
            </a:avLst>
          </a:prstGeom>
          <a:solidFill>
            <a:srgbClr val="2A1466"/>
          </a:solidFill>
          <a:ln w="12700">
            <a:solidFill>
              <a:srgbClr val="67E8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0" y="30632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7E8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3840480"/>
            <a:ext cx="4572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direct line to GoodCollective to formalize UBI routing and add more collectives.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E7F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gamearenahq.xyz  ·  gamearenahq.xyz/impact  ·  dune.com/ogazboiz/gamearena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 Day 6</dc:title>
  <dc:subject>PptxGenJS Presentation</dc:subject>
  <dc:creator>GameArena</dc:creator>
  <cp:lastModifiedBy>GameArena</cp:lastModifiedBy>
  <cp:revision>1</cp:revision>
  <dcterms:created xsi:type="dcterms:W3CDTF">2026-09-29T01:31:24Z</dcterms:created>
  <dcterms:modified xsi:type="dcterms:W3CDTF">2026-09-29T01:31:24Z</dcterms:modified>
</cp:coreProperties>
</file>