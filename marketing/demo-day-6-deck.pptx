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GameArena — quick skill games on Celo where verified humans and the AIs they build compete for real G$. Month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Demo Day we became an on-chain events engine. This month was about proving it under real load: a real private pool end to end, weekly community payouts, and tracking down why verification was leaking.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a real prize pool end to end — real players, real G$, escrowed and paid on-chain, no host picking winners. [DEMO: resolved room + payout tx.] Big focus this month: verification. We smoothed the verify flow, especially on mobile and MiniPay, so players can actually get through GoodDollar verification. We're paying community pools weekly to verified players, and we're mid-conversation with BlockSlide to bring a 2nd on-chain game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proof, none self-reported. 737 players, 57,000+ games, each a Celo tx. Two community pools paid in two weeks — 105,000 and 126,840 G$ — straight to verified wallets, on-chain. 21,385 G$ to UBI. MARKOV fired 3,700+ txns. Every payout gated by verification — zero bots ever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Prize-pool and escrow tested live end to end. Verification fix done. Recurring weekly payouts live. Engagement rewards applied and designed with GoodDollar's team. BlockSlide partnership in progress. [Replace with your exact Flowstate milestones + %s.]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honest reflection: we have 737 players, but the number that actually matters is verified humans, and we were under-converting on it. Getting players through GoodDollar verification is now our core focus. We smoothed the verify flow, especially on mobile and MiniPay, and we're running a re-verify drive. We'd rather have real, verified users than a big vanity signup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BlockSlide live as a second on-chain game. Engagement rewards integrated as a farm-resistant one-time activation. A verification drive now the flow is fixed. And a Dune dashboard for GoodDollar with claims, invites, retention and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asks: intros to any community or sponsor who'd run a prize pool on GameArena, and a direct line to GoodCollective to formalize our UBI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94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From silent to spreading the word · quick skill games, real G$ on Celo</a:t>
            </a:r>
          </a:p>
          <a:p>
            <a:pPr algn="ctr">
              <a:spcBef>
                <a:spcPts val="1200"/>
              </a:spcBef>
            </a:pPr>
            <a:r>
              <a:rPr sz="1500" b="0">
                <a:solidFill>
                  <a:srgbClr val="C8BEE6"/>
                </a:solidFill>
                <a:latin typeface="Arial"/>
              </a:rPr>
              <a:t>Ogazboiz  ·  gamearenahq.xyz  ·  GoodBuilders S4 · Demo Day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01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We had the engine — we were too quiet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Events engine shipped: prize pools, duels, auto-payout on-chain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This month: turned it into a growth machine and spread the word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02 · WHAT WE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Turned the engine into a growth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Tug of War — biggest event yet: 2,000,000 G$, two teams, 7 days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Verified players rebuilt — recovered our lapsed base to 168 (19%) and climbing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Creator contest × Blockhub — creators bring players; distribution beyond us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Public payout ledger — every payout on-chain + public at /impact, tx-linked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03 · PROOF OF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Real money to real humans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875 players · 168 verified (19%) · 61,700+ games — every game a Celo tx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366,135 G$ + $50 USDC paid to verified players last cycle — on-chain, tx-linked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Over 2,000,000 G$ to players across all competitions — public at /impact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Tug of War live now: 2,000,000 G$ in prizes · 61 of 160 slots claimed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21,385 G$ to UBI · every payout face-verification gated — zero bots paid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04 · MILESTONE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What we set, what we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Growth — 875 players, 168 verified vs 75, 61k tx vs 8k — exceeded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G$ to players via competitions — over 2M vs 400k target — exceeded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G$ to the GoodDollar UBI pool — 21,385 vs 2,500 — exceeded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Public Dune / GoodDollar economy dashboard — 75%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Competition automation — standings automated; payout batching 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05 · WHAT BROKE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The event froze — and we hardened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Our indexer hit a credit limit and paused — the Tug of War board froze ~16h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Every game stayed on-chain; on resume all of it counted — no data lost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caught it and fixed it the same day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Next: billing safeguard + stall monitor so it never freezes silently again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06 · MILESTONES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Finish the GoodDollar Dune dashboard — payouts-by-competition panel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Full competition automation — scheduled sealing + payout batching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Verification retention — re-verify nudges (3-day window is the ceiling)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Roll the events engine to more partners — Blockhub is the first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07 ·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Two 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Intros to creator communities / partners to run contests (like Blockhub)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A direct line to GoodCollective to formalize our UBI routing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