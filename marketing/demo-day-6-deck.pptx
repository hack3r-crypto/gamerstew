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GameArena — quick skill games on Celo where verified humans and the AIs they build compete for real G$. Month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Demo Day we became an on-chain events engine. This month was about proving it under real load: a real private pool end to end, weekly community payouts, and tracking down why verification was leaking.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ran a real prize pool end to end — real players, real G$, escrowed and paid on-chain, no host picking winners. [DEMO: resolved room + payout tx.] Big focus this month: verification. We smoothed the verify flow, especially on mobile and MiniPay, so players can actually get through GoodDollar verification. We're paying community pools weekly to verified players, and we're mid-conversation with BlockSlide to bring a 2nd on-chain game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proof, none self-reported. 737 players, 57,000+ games, each a Celo tx. Two community pools paid in two weeks — 105,000 and 126,840 G$ — straight to verified wallets, on-chain. 21,385 G$ to UBI. MARKOV fired 3,700+ txns. Every payout gated by verification — zero bots ever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Prize-pool and escrow tested live end to end. Verification fix done. Recurring weekly payouts live. Engagement rewards applied and designed with GoodDollar's team. BlockSlide partnership in progress. [Replace with your exact Flowstate milestones + %s.]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honest reflection: we have 737 players, but the number that actually matters is verified humans, and we were under-converting on it. Getting players through GoodDollar verification is now our core focus. We smoothed the verify flow, especially on mobile and MiniPay, and we're running a re-verify drive. We'd rather have real, verified users than a big vanity signup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Next: BlockSlide live as a second on-chain game. Engagement rewards integrated as a farm-resistant one-time activation. A verification drive now the flow is fixed. And a Dune dashboard for GoodDollar with claims, invites, retention and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asks: intros to any community or sponsor who'd run a prize pool on GameArena, and a direct line to GoodCollective to formalize our UBI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79476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Arial"/>
              </a:rPr>
              <a:t>Quick skill games. Real G$. Real humans — never bots.</a:t>
            </a:r>
          </a:p>
          <a:p>
            <a:pPr algn="ctr">
              <a:spcBef>
                <a:spcPts val="1200"/>
              </a:spcBef>
            </a:pPr>
            <a:r>
              <a:rPr sz="1500" b="0">
                <a:solidFill>
                  <a:srgbClr val="C8BEE6"/>
                </a:solidFill>
                <a:latin typeface="Arial"/>
              </a:rPr>
              <a:t>Ogazboiz  ·  gamearenahq.xyz  ·  GoodBuilders S4  ·  Final Demo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01 · WHERE WE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Play-to-earn pays bots, not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Every reward game gets farmed by scripts and spare wallets — the pool drains to no one real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1">
                <a:solidFill>
                  <a:srgbClr val="FFE08A"/>
                </a:solidFill>
                <a:latin typeface="Arial"/>
              </a:rPr>
              <a:t>Our bet: gate every game and prize on GoodDollar proof-of-personhood. Zero bots ever paid.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02 · WHERE WE ARE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Growth, all on-chain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227 — 879 players across the season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163 verified humans (19%) — rebuilt from a lapsed base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61,900+ games, each a Celo tx  ·  2,000,000+ G$ paid to verified players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21,385 G$ to the GoodDollar UBI pool  ·  zero bots paid  ·  all at /impact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03 ·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See it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Tug of War — the live rope, two teams, 2,000,000 G$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 recruiter board — every player recruits verified humans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 impact page — every payout on-chain, each with its tx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 Demo Day 1 → 6 growth curve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1">
                <a:solidFill>
                  <a:srgbClr val="FFE08A"/>
                </a:solidFill>
                <a:latin typeface="Arial"/>
              </a:rPr>
              <a:t>Zero bots — every score gated by GoodDollar face verification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04 · BIGGEST GAME CHANGER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Growth and verification became one 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We stopped chasing signups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We made every prize REQUIRE a verified human to earn it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So growth and verification stopped being two problems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Our biggest event markets proof-of-personhood, not the games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Result: the verified base rebuilt itself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05 · GOODBUILDERS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What the program unlocked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GoodDollar proof-of-personhood — the moat. "Zero bots paid" only exists because of it.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GoodDollar UBI routing — 20% of every spend back to real people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GoodAgents partnership — players deploy AI agents into the arena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1">
                <a:solidFill>
                  <a:srgbClr val="FFE08A"/>
                </a:solidFill>
                <a:latin typeface="Arial"/>
              </a:rPr>
              <a:t>Demo-day cadence + mentor — shipping discipline every two weeks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06 · WHAT’S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Past the season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GameArena games inside a partner chat app’s DMs — their users, our game, no leaving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Verification retention — a re-verify system around the 3-day window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 events engine to more partners — BlockHub creator contest is the first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MiniPay listing — GameArena in the pocket of the Global South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Watch this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Play + verify + compete → gamearenahq.xyz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Every number, on-chain → gamearenahq.xyz/impact  ·  dune.com/ogazboiz/gamearena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